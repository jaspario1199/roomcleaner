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a3fb307-7044-cf70-a73a-52c83bc1e1cf}">
          <p14:sldIdLst>
            <p14:sldId id="256"/>
            <p14:sldId id="257"/>
            <p14:sldId id="258"/>
          </p14:sldIdLst>
        </p14:section>
        <p14:section name="How a cable robot works" id="{acec975b-514d-56e8-0057-08d5c21cc4b9}">
          <p14:sldIdLst>
            <p14:sldId id="259"/>
            <p14:sldId id="260"/>
            <p14:sldId id="261"/>
            <p14:sldId id="262"/>
          </p14:sldIdLst>
        </p14:section>
        <p14:section name="From one box to modular stations" id="{daff8ef1-a12e-21f3-0aef-92552010590c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Homing and calibration" id="{72408d80-d559-44af-8d53-982a2b02f980}">
          <p14:sldIdLst>
            <p14:sldId id="273"/>
            <p14:sldId id="274"/>
            <p14:sldId id="275"/>
            <p14:sldId id="276"/>
            <p14:sldId id="277"/>
          </p14:sldIdLst>
        </p14:section>
        <p14:section name="The claw" id="{0b79f93a-f1e4-8586-d641-c1579759b70c}">
          <p14:sldIdLst>
            <p14:sldId id="278"/>
            <p14:sldId id="279"/>
            <p14:sldId id="280"/>
            <p14:sldId id="281"/>
            <p14:sldId id="282"/>
          </p14:sldIdLst>
        </p14:section>
        <p14:section name="Manufacturing" id="{de1163de-1750-9cf5-c33f-945353607976}">
          <p14:sldIdLst>
            <p14:sldId id="283"/>
            <p14:sldId id="284"/>
            <p14:sldId id="285"/>
            <p14:sldId id="286"/>
          </p14:sldIdLst>
        </p14:section>
        <p14:section name="Electronics and software" id="{86c133eb-63e4-856e-2dfe-cee1263c7a0a}">
          <p14:sldIdLst>
            <p14:sldId id="287"/>
            <p14:sldId id="288"/>
            <p14:sldId id="289"/>
            <p14:sldId id="290"/>
          </p14:sldIdLst>
        </p14:section>
        <p14:section name="Status and next steps" id="{3a9035c1-9515-d5d7-8b4f-f741c4ef7e23}">
          <p14:sldIdLst>
            <p14:sldId id="291"/>
            <p14:sldId id="292"/>
            <p14:sldId id="293"/>
            <p14:sldId id="294"/>
          </p14:sldIdLst>
        </p14:section>
        <p14:section name="Close" id="{a34f7e28-5683-c4dd-2051-2bd2667c0b9b}">
          <p14:sldIdLst>
            <p14:sldId id="295"/>
          </p14:sldIdLst>
        </p14:section>
        <p14:section name="Backup" id="{99e80201-5546-0fb7-b7c1-52373f20240f}">
          <p14:sldIdLst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Lens position kept from the studied design, so the view study still applies.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board, a bring-up lesson, and how the robot is controlled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RoomCleaner  |  Jasper Buntinx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constraints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clothes off the floor and drop them in a hamper, from anywhere in the room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winches near the ceiling corners hold one claw on four cables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11 × 9 ft with a 9 ft ceiling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load: a pair of jeans (0.9 kg) with 2 m/s² of acceleration; first test load 1 lb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in PETG on a hobby budget, from parts I can buy and fix myself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anchors in studs, one hard stop (the switched power strip), nobody under the robot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four winch stations (CAD)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44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73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30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59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Wiring, a controller per winch, the slide-in housing, plug-in power, cooling and the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163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455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021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313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Gripper evolution, the four-bar hands, the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879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171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873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02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board, bring-up, control and the phone app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559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888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vectors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6029993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7008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Statics: why cable angle matters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“Cable tension”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winch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04495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8231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“Winch pull”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idea: one central controller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Arduino Uno and a CNC shield with four A4988 drivers, in a single box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sends moves; the shield steps all four motors from one clock, so sync is free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motor gets a long 4-wire cable from the box to its corner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worked on the bench: a gen-1 station lifted a test weight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1: central shield with four drivers; spool plate on the wall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did not scale: the wiring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35584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oundRect">
            <a:avLst>
              <a:gd name="adj" fmla="val 434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9320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“Wiring”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controller in every winch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2: the station carries its own controller, driver and buck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units modular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1 was a plate screwed into the wall: fine for a bare motor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corner now carries a controller, driver, buck, switch and encoder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protection, a clean look and a path for heat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each station became a housing: motor, spool, pulley and electronics in one unit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unit in all four corners: build one, test one, copy 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Gen-1 corner plate (left) vs the gen-2 station housing (right)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Slide-in mount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66674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oundRect">
            <a:avLst>
              <a:gd name="adj" fmla="val 5769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404104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wall frame (left) and the slide-in piece (right)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Self-calibration: set it up anywhere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the stations go back up, the robot measures its own geometry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tape measure, no numbers typed in, nothing for a user to get wrong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camera reads a printed floor board (a grid of tags) to get the claw's pose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moves through a set of poses and fits the anchor positions and cable lengths by least squares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any room the cables can reach, so it can become a consumer product</a:t>
            </a:r>
            <a:endParaRPr lang="en-US" sz="20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calibration; the claw camera looks straight down at the 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power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 has one cable: a 16 AWG pair from a fused 12 V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to use; unplug and store the cables when the robot is not needed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slide off the wall frames if wanted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cut at 9, 24, 26 and 35 ft (94 ft of a 100 ft roll), a fuse per branch at the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 stays wired inside the station, so it is never unplugged under power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switched power strip is the one hard stop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station: the buck converter and its wiring; only 12 V comes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“Motor temperature”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fin: how much length is useful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04495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Looks: straight up at motor width (44 mm), matte black, one clean line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radiates more than bare aluminium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8231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“Heat fin”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plan: bead homing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bead on each cable trips a switch at the outlet → a known cable length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zeroes itself from that: set it up anywhere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expected that to be enough, possibly even without encoders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fixed early: the switch moved below the pulley, so the bead never rides over the pulley groove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KW12-3 homing switch on the bench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beads limit the motion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“Bead homing”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calibration: camera, floor board and margins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35584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oundRect">
            <a:avLst>
              <a:gd name="adj" fmla="val 434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9320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floor board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“Floor board”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 evolution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698663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tendon-driven TPU fingers → a geared clamp → a lighter open frame → the final parallel-jaw gripper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fixed a problem I found: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clamp's jaws could not pinch thin fabric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v6 clamp was about 4.6× its mass budget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cut the gearbox frame to 143 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Final: my gear housing and arms, with hands designed to fit them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Fingers, v6 clamp, v7 open frame, final gripper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gripper: gears and four-bar hands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03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on the linkage: open, mid, closed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 the claw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ESP32-S3 Sense camera in a bay built into the electronics housing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straight down along the tube at the grasp spot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spot from about 17 cm above it; at contact the jaws hide it, so the last view guides the final approach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camera reads the floor board for calibration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printed part: the bay is part of the housing, with a screwed cover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bay on the electronics housing (cover in navy)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vs lift: where it stands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“Lift budget”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parts to be printed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6029993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 for parts under constant load (PLA creeps); TPU only where a part must flex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7008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Printed PETG station shells" descr="Printed PETG station she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0377" y="1517904"/>
            <a:ext cx="3312414" cy="441655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station shells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measure, adjust: the spool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longer than the motor shaft could engage, so it was shortened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the Ø5.2 bore printed too tight on the 5 mm shaft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v3: bore opened to Ø5.45 with a D-flat; the set screw on the flat carries the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Ø15 core and 16 mm drum: 20 ft of line in 5 layers with 8 mm of flange margin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fit coupon before every new interface, measured with calipers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Spool v1, v2, v3 (CAD)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Machining the heat fin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drawing first: a 1:1 US Letter print with a hole template and inch dimensions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Sheared the blank from 0.019 in aluminium sheet: 44 × 250 mm (±0.5)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mill, one setup: all five holes located from the bottom and left edges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7/8 in pilot for the motor boss and 4 × Ø3.4 on the 31 mm motor square, ±0.1 mm to each other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Deburred, then matte black paint except the motor contact square; thermal paste there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fit on the NEMA 17: boss centred, all four screws lined up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Shear and blanks, mill setup with the drawing, drilling, the finished fin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station board, a bring-up lesson, and how the robot is controlled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board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698663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boots disabled (EN pull-up): a reset never steps the motor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and the 5 V buck cannot back-feed each other: a link jumper plus a Schottky diode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µF at the driver's motor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for the motor, homing switch, encoder and 12 V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KiCad schematic is generated from the soldered board's net list, so the two cannot disagree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5984273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tation schematic" descr="Station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1648774"/>
            <a:ext cx="5874545" cy="415481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schematic (KiCad), checked net by net against the 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that would not move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said it was stepping; the shaft did not turn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meter said the logic rail was 1.14 V instead of 3.3 V: a bad connection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it moved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then: a meter checklist before any code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VDD, SLEEP, ENABLE and the buck output, every new 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wiring and bring-up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software and phone app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142439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plans paths; the stations execute timed segments; a lost link means hold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never disables: there is no brake, so faults and pause keep holding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 over home Wi-Fi: robot status, live claw camera, guided setup, chat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moves the robot asks “yes” first; pause runs at once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in a full simulator of the stations and the claw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app: home, camera, chat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up in studs, powered from the switched power strip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Self-calibration on the real hardware: slack take-up, lift, floor-board poses, fit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short lift and a 300 mm move at 50 mm/s with the 1 lb test load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Logged: cable lengths, encoder counts, motor temperatures and the fit's error bars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limits written before the run</a:t>
            </a:r>
            <a:endParaRPr lang="en-US" sz="20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4"/>
          </a:solidFill>
          <a:ln w="12700">
            <a:solidFill>
              <a:srgbClr val="8A8F98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stations, station boards, heat fins, gripper parts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checked in CAD: the hands and the camera housing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control: simulated, then the first test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tests, with pass limits written first: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winch pull test (decides the capacity fix)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 hold test: motor and printed mount under 60 °C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 static and thermal studies of the station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four-station lift: 1 lb, 300 mm at 50 mm/s, within 2 mm per cable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the heat fin test-fitted on the motor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before trusting a margin: the driver limit and the 1.14 V rail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test coupon before the part: the spool bore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tolerance where it matters: one mill setup for the fin's holes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the worst case: stall, the corner of the room, the hottest hour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Modularity paid for itself: every station can be pulled, fixed and put back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each requirement and delete parts: the IMU, the five-finger hand (now two jaws), the long motor harnesses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claw electrical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47677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protected 2S pack (7.4 V, 2200 mAh), 5 A fuse, main switch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 regulator for the servo only; separate 5 V buck and Schottky diode for the controller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read through 200k / 100k: 8.4 V → 2.80 V at the ADC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≈ 2.8–3.1 A against a ≈ 3 A pack rating: stalls must stay short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on the claw only with the switch off, attended, at ≤ 1 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gear strength (Lewis)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safety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980209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 stop: the switched power strip; faults and pause hold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anchor into studs; the line load is mostly pull-out and prying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stands under the robot while it moves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 battery: protected pack, charged with the switch off and attended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safety-rated function is claimed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calculations and sources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980209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chart comes from my calculation sheet in Google Sheets, one tab per topic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tension, winch pull, heat fin, motor temperature, wiring, bead homing, floor board, lift budget, gears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formula on its inputs; inputs are marked, with their source or assumption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used: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Incropera, DeWitt, Bergman, Lavine: Fundamentals of Heat and Mass Transfer, ch. 3 (extended surfaces)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Allegro MicroSystems: A4988 datasheet (current limit)</a:t>
            </a:r>
            <a:endParaRPr lang="en-US" sz="20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3">
  <a:themeElements>
    <a:clrScheme name="RoomCleaner v3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3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2026-10-21T20:33:42Z</dcterms:created>
  <dcterms:modified xsi:type="dcterms:W3CDTF">2026-10-21T20:33:42Z</dcterms:modified>
</cp:coreProperties>
</file>