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b6860a1-17d6-93bc-354b-3b4aaea6cd74}">
          <p14:sldIdLst>
            <p14:sldId id="256"/>
            <p14:sldId id="257"/>
            <p14:sldId id="258"/>
            <p14:sldId id="259"/>
            <p14:sldId id="260"/>
          </p14:sldIdLst>
        </p14:section>
        <p14:section name="Concept" id="{7da29d28-689d-e2be-66e0-673f83fd42e7}">
          <p14:sldIdLst>
            <p14:sldId id="261"/>
            <p14:sldId id="262"/>
            <p14:sldId id="263"/>
          </p14:sldIdLst>
        </p14:section>
        <p14:section name="Generation 1" id="{e16df23e-78b7-019c-0bb8-b77e7d522de2}">
          <p14:sldIdLst>
            <p14:sldId id="264"/>
          </p14:sldIdLst>
        </p14:section>
        <p14:section name="Redesign" id="{430ace16-0768-3454-f06f-b1de477e3654}">
          <p14:sldIdLst>
            <p14:sldId id="265"/>
            <p14:sldId id="266"/>
            <p14:sldId id="267"/>
          </p14:sldIdLst>
        </p14:section>
        <p14:section name="Final Design" id="{15275647-18c9-607b-5f0f-939d910d17a4}">
          <p14:sldIdLst>
            <p14:sldId id="268"/>
            <p14:sldId id="269"/>
            <p14:sldId id="270"/>
            <p14:sldId id="271"/>
          </p14:sldIdLst>
        </p14:section>
        <p14:section name="Build and Test" id="{692b3b21-4969-56e7-ae42-850dd687da30}">
          <p14:sldIdLst>
            <p14:sldId id="272"/>
            <p14:sldId id="273"/>
            <p14:sldId id="274"/>
          </p14:sldIdLst>
        </p14:section>
        <p14:section name="Results and Takeaways" id="{ff37d2f4-8919-c858-d3f9-3c7f733077c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for the day. One line: I'm Jasper, mechanical engineering at Texas A&amp;M; first a minute about me, then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why bead homing died; with home 1 m up, 5 % of the room is reachable, 2 m up, 29 %.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The design idea: make the motor the part that gives first. At 1.5 A it holds up to 48 N on the empty spool (59 N at most, with a 40 N·cm motor and the cable at its steepest angle); above that it skips, the encoder on the spool sees the spool fall behind the command, and the station stops and reports an overload, so nothing is damaged. Every other part has to outlast that. Elaborate: studs are far from the limit (one #6 wood screw holds about 309 N at the code design value; the same screws in drywall alone let go at about 46 N, below the motor, so studs only); as drawn, the spool's set screw in printed plastic may slip first and the warm motor tab's sharp corner is only about 1.2 times the motor; fixes are the set screw into metal (the pull test settles it) and a 6 mm tab with fillets. The rest of the station is 17 to 225 times stronger than it needs to be, which is where the lighter redesign comes from. If asked: calculation and independent check in calculations/lift_chain_weakest_link.md;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The sheared edges are only good to half a millimetre, so I used them only to find the first hole; once it was drilled I zeroed the mill on that hole and put the other four in from it, so the hole pattern carries the mill's accuracy, not the edges', and the fin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The redesign uses the weakest-link numbers: the mount and dovetails are 90 to 225 times stronger than the motor can pull, so the station can lose about 60 % of its plastic while the motor tab, the one part that is short, gets thicker; a carbon tube and thinner housings bring the claw to 0.45 kg, which lifts the jeans margin from 4 % to about 16 % (docs/decisions/WEIGHT_REDESIGN_PROPOSAL_20261022.md). Continuous testing then runs the robot for hours and logs every tracking fault, temperature and any creep.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jp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240280"/>
            <a:ext cx="11094415"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SpaceX Onsite</a:t>
            </a:r>
            <a:endParaRPr lang="en-US" sz="4800" dirty="0"/>
          </a:p>
        </p:txBody>
      </p:sp>
      <p:sp>
        <p:nvSpPr>
          <p:cNvPr id="3" name="Text 1"/>
          <p:cNvSpPr txBox="1"/>
          <p:nvPr/>
        </p:nvSpPr>
        <p:spPr>
          <a:xfrm>
            <a:off x="548640" y="3429000"/>
            <a:ext cx="11094415" cy="54864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Jasper Buntinx</a:t>
            </a:r>
            <a:endParaRPr lang="en-US" sz="2600" dirty="0"/>
          </a:p>
        </p:txBody>
      </p:sp>
      <p:sp>
        <p:nvSpPr>
          <p:cNvPr id="4" name="Text 2"/>
          <p:cNvSpPr txBox="1"/>
          <p:nvPr/>
        </p:nvSpPr>
        <p:spPr>
          <a:xfrm>
            <a:off x="548640" y="3977640"/>
            <a:ext cx="11094415" cy="45720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37744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33756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pic>
        <p:nvPicPr>
          <p:cNvPr id="5"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6"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7" name="label"/>
          <p:cNvSpPr txBox="1"/>
          <p:nvPr/>
        </p:nvSpPr>
        <p:spPr>
          <a:xfrm>
            <a:off x="5486400" y="539496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8" name="label"/>
          <p:cNvSpPr txBox="1"/>
          <p:nvPr/>
        </p:nvSpPr>
        <p:spPr>
          <a:xfrm>
            <a:off x="8641080" y="539496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7"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1"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5"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Design idea: the motor is the weakest link. It slips at 34–59 N, before any part breaks, and the spool encoder reports the overload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Aluminum fin exits through a slot in the shell top</a:t>
            </a:r>
            <a:endParaRPr lang="en-US" sz="16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Heat-set pocket: Ø4.1 × 7 over Ø3.4" descr="Heat-set pocket: Ø4.1 × 7 over Ø3.4">    </p:cNvPr>
          <p:cNvPicPr>
            <a:picLocks noChangeAspect="1"/>
          </p:cNvPicPr>
          <p:nvPr/>
        </p:nvPicPr>
        <p:blipFill>
          <a:blip r:embed="rId4"/>
          <a:stretch>
            <a:fillRect/>
          </a:stretch>
        </p:blipFill>
        <p:spPr>
          <a:xfrm>
            <a:off x="3470380" y="2761488"/>
            <a:ext cx="2715303"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Heat-set pocket: Ø4.1 × 7 over Ø3.4</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1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Ø4.1 × 7 deck, Ø4.0 × 5 gear housing; M2.5: Ø3.45 ×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20"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9"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2"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3" name="poor decisions"/>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Parts built far stronger than any load needed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Station mount 17 to 225 times the motor's pull; 1.2 L of PETG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257800"/>
            <a:ext cx="11094415" cy="96012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fin holes drilled from the first hole as zero, the stall check on the teeth</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Takeaways</a:t>
            </a:r>
            <a:endParaRPr lang="en-US" sz="1800" dirty="0"/>
          </a:p>
        </p:txBody>
      </p:sp>
      <p:sp>
        <p:nvSpPr>
          <p:cNvPr id="5" name="takeaways"/>
          <p:cNvSpPr txBox="1"/>
          <p:nvPr/>
        </p:nvSpPr>
        <p:spPr>
          <a:xfrm>
            <a:off x="548640"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Pull-test one winch and weigh a mock claw in week 1; set the mass budget from that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Prove one full station, calibration included, before copying it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Size every part to a load number; over-building cost weight, plastic and print time</a:t>
            </a:r>
            <a:endParaRPr lang="en-US" sz="1700" dirty="0"/>
          </a:p>
        </p:txBody>
      </p:sp>
      <p:sp>
        <p:nvSpPr>
          <p:cNvPr id="6" name="label"/>
          <p:cNvSpPr txBox="1"/>
          <p:nvPr/>
        </p:nvSpPr>
        <p:spPr>
          <a:xfrm>
            <a:off x="6370168"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 steps</a:t>
            </a:r>
            <a:endParaRPr lang="en-US" sz="1800" dirty="0"/>
          </a:p>
        </p:txBody>
      </p:sp>
      <p:sp>
        <p:nvSpPr>
          <p:cNvPr id="7" name="next steps"/>
          <p:cNvSpPr txBox="1"/>
          <p:nvPr/>
        </p:nvSpPr>
        <p:spPr>
          <a:xfrm>
            <a:off x="6370168"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 test, then enter the measured limit in the planner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Hold test at 1.5 A, three-station test, grip pads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Spool set screw into metal; 6 mm motor tab with fillets on both roots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Lighter redesign sized to the loads: about 60 % less station plastic, claw to its 0.45 kg budget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Continuous testing: long runs logging tracking faults, temperatures and creep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2026-10-22T21:44:41Z</dcterms:created>
  <dcterms:modified xsi:type="dcterms:W3CDTF">2026-10-22T21:44:41Z</dcterms:modified>
</cp:coreProperties>
</file>