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" id="{5bca9940-d799-4bee-a7a5-b106b5c00d1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 state is PAUSE: torque on, holding. Anything that removes power drops the claw, which is why nobody stands under it and why a brake or a non-backdrivable stage is on the next-steps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L95 is where a fin carries 95 % of the heat an infinitely long one would. h = 7 W/m²·K still air, k = 160 W/m·K aluminum. Source: Incropera, ch.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works today only because the motor also sheds heat into the vented shell.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model: 0.3 px corner noise and a 520 px focal length (camera not yet calibrated). The four-tag figure is the best placement; realistic placements are a few times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or a detected fault stops every station on the same point of the path, still holding; nothing restarts by itself. The emergency stop is the switched power strip, and it drops the claw. Known obstacles are keep-out cylinders checked against every cable before a move. Simulated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1 trusted its model; the final logic measures before it trusts and checks after it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 Charger: 8.4 V constant current, constant voltage; charged attended, at 1 A or less. The peak sits at the pack rating, so a stall longer than a moment is the thing to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UGFnkL1v305WnDYj5aj5zBtgxnxmGP7_TVRN0afZTGs/edit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 and Failure Modes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884548"/>
                <a:gridCol w="4437766"/>
                <a:gridCol w="3772101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PAUSE, or a fault the software detects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station holds position with torque 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moves again without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needs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 (1.5 kg from about 2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Nobody underneath; claw parked low when idle; brake planned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 reset or brown-out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disabled at boot, so torque is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power loss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its outputs off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test watches the driver; fallback 1.35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Fin Length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59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46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prototype reaches 95 % of its capacity by 136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design keeps gaining to 349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at 200 mm, limited by ceiling clearance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length and efficiency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(1/8 in)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for 4 W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088136"/>
                <a:gridCol w="24323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Painted 6061, 44 mm wide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ption"/>
          <p:cNvSpPr txBox="1"/>
          <p:nvPr/>
        </p:nvSpPr>
        <p:spPr>
          <a:xfrm>
            <a:off x="548640" y="46268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4.05 W through the fin, 23 °C room, paste contact. Calculated.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had to carry all 4.05 W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sheet: not possible at any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plate: 145–185 mm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Board Accuracy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error per frame, best case: 6.6 mm with one tag, 0.7 mm with four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camera's view, not the cable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fit, cable lengths are known to about 12–16 mm (simulated)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Sequence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070"/>
            <a:ext cx="2060448" cy="4459021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1268070"/>
            <a:ext cx="2060448" cy="4459021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1268070"/>
            <a:ext cx="2060448" cy="445902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 and chat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up: self-check, take up slack, calibrate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 scan from above, detect garments, choose the nearest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Pick: hover until still, grip, deliver; the camera confirms each step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 waits for approval on the phone; PAUSE holds 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Logic: Generation 1 vs. Final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the commanded cable lengths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camera; refit at every startup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 and drops the claw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Electrical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076"/>
            <a:ext cx="6400800" cy="452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Two-cell lithium-ion pack, 7.4 V; 5 A fuse for shorts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V servo rail and a separate 5 V logic rail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draw 2.8–3.1 A, at the pack's 3 A rating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Acronyms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86536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Computer-aided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Polyethylene terephthalate glycol (the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Thermoplastic polyurethane (flexible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NEMA 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Electrical Manufacturers Association motor frame, 1.7 in square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 numerical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Wi-Fi microcontroller family (Espressif)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A4988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Stepper-motor driver chip (Allegro)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“You Only Look Once”: an object-detection model family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factor: allowable stress divided by actual stress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and Sources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charts come from my engineering calculation sheet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 et al., Fundamentals of Heat and Mass Transfer, ch. 3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MicroSystems, A4988 datasheet</a:t>
            </a:r>
            <a:endParaRPr lang="en-US" sz="1800" dirty="0"/>
          </a:p>
        </p:txBody>
      </p:sp>
      <p:sp>
        <p:nvSpPr>
          <p:cNvPr id="8" name="sheet link"/>
          <p:cNvSpPr txBox="1"/>
          <p:nvPr/>
        </p:nvSpPr>
        <p:spPr>
          <a:xfrm>
            <a:off x="73609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2026-10-22T20:00:12Z</dcterms:created>
  <dcterms:modified xsi:type="dcterms:W3CDTF">2026-10-22T20:00:12Z</dcterms:modified>
</cp:coreProperties>
</file>