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" id="{a5e972ec-ed12-2076-3f9c-f6cbd626c8a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 state is PAUSE: torque on, holding. Anything that removes power drops the claw, which is why nobody stands under it and why a brake or a non-backdrivable stage is on the next-steps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L95 is where a fin carries 95 % of the heat an infinitely long one would. h = 7 W/m²·K still air, k = 160 W/m·K aluminum. Source: Incropera, ch.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prototype works today only because the motor also sheds heat into the vented shell. Thickness beats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Noise model: 0.3 px corner noise and a 520 px focal length (camera not yet calibrated). The four-tag figure is the best placement; realistic placements are a few times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or a detected fault stops every station on the same point of the path, still holding; nothing restarts by itself. The emergency stop is the switched power strip, and it drops the claw. Known obstacles are keep-out cylinders checked against every cable before a move. Simulated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1 trusted its model; the final logic measures before it trusts and checks after it 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 Charger: 8.4 V constant current, constant voltage; charged attended, at 1 A or less. The peak sits at the pack rating, so a stall longer than a moment is the thing to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UGFnkL1v305WnDYj5aj5zBtgxnxmGP7_TVRN0afZTGs/edit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 and Failure Modes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884548"/>
                <a:gridCol w="4437766"/>
                <a:gridCol w="3772101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PAUSE, or a fault the software detects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station holds position with torque 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moves again without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Wi-Fi link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Stations stop and hold on their own clocks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needs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loss or emergency stop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Torque is lost and the claw can fall (1.5 kg from about 2 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Nobody underneath; claw parked low when idle; brake planned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Controller reset or brown-out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disabled at boot, so torque is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power loss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over-temperature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A4988 shuts its outputs off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 test watches the driver; fallback 1.35 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Fin Length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39859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046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Heat fin)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prototype reaches 95 % of its capacity by 136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design keeps gaining to 349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at 200 mm, limited by ceiling clearance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length and efficiency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= tanh(mL) / (mL)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0.74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(1/8 in)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Sizing for 4 W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5" name="fin siz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088136"/>
                <a:gridCol w="243230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Painted 6061, 44 mm wide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Shortest for ≤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 in (prototype)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(2.0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(3.6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0.090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mm or 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1/8 in (design)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145–185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125–140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115–125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ption"/>
          <p:cNvSpPr txBox="1"/>
          <p:nvPr/>
        </p:nvSpPr>
        <p:spPr>
          <a:xfrm>
            <a:off x="548640" y="46268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4.05 W through the fin, 23 °C room, paste contact. Calculated.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fin alone had to carry all 4.05 W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sheet: not possible at any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plate: 145–185 mm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Board Accuracy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Floor board)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 error per frame, best case: 6.6 mm with one tag, 0.7 mm with four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camera's view, not the cable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fit, cable lengths are known to about 12–16 mm (simulated)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Sequence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68070"/>
            <a:ext cx="2060448" cy="4459021"/>
          </a:xfrm>
          <a:prstGeom prst="rect">
            <a:avLst/>
          </a:prstGeom>
        </p:spPr>
      </p:pic>
      <p:pic>
        <p:nvPicPr>
          <p:cNvPr id="5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1268070"/>
            <a:ext cx="2060448" cy="4459021"/>
          </a:xfrm>
          <a:prstGeom prst="rect">
            <a:avLst/>
          </a:prstGeom>
        </p:spPr>
      </p:pic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1268070"/>
            <a:ext cx="2060448" cy="4459021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live claw camera and chat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up: self-check, take up slack, calibrate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Find: scan from above, detect garments, choose the nearest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Pick: hover until still, grip, deliver; the camera confirms each step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move waits for approval on the phone; PAUSE holds 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Logic: Generation 1 vs. Final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3993989"/>
                <a:gridCol w="4881543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from the commanded cable lengths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by the claw camera; refit at every startup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from a tape 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and cable lengths fitted, with error bars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controller per station, coordinated by the laptop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stop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keeps torque; the emergency stop cuts power and drops the claw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Electrical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076"/>
            <a:ext cx="6400800" cy="45270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schematic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Two-cell lithium-ion pack, 7.4 V; 5 A fuse for shorts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V servo rail and a separate 5 V logic rail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draw 2.8–3.1 A, at the pack's 3 A rating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Acronyms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440771"/>
                <a:gridCol w="86536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Computer-aided design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Polyethylene terephthalate glycol (the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Thermoplastic polyurethane (flexible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NEMA 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Electrical Manufacturers Association motor frame, 1.7 in square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 numerical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ESP32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Wi-Fi microcontroller family (Espressif)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A4988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Stepper-motor driver chip (Allegro)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“You Only Look Once”: an object-detection model family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 factor: allowable stress divided by actual stress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Calculations and Sources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charts come from my engineering calculation sheet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 et al., Fundamentals of Heat and Mass Transfer, ch. 3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MicroSystems, A4988 datasheet</a:t>
            </a:r>
            <a:endParaRPr lang="en-US" sz="1800" dirty="0"/>
          </a:p>
        </p:txBody>
      </p:sp>
      <p:sp>
        <p:nvSpPr>
          <p:cNvPr id="8" name="sheet link"/>
          <p:cNvSpPr txBox="1"/>
          <p:nvPr/>
        </p:nvSpPr>
        <p:spPr>
          <a:xfrm>
            <a:off x="736092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7">
  <a:themeElements>
    <a:clrScheme name="RoomCleaner v7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7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2026-10-22T19:45:05Z</dcterms:created>
  <dcterms:modified xsi:type="dcterms:W3CDTF">2026-10-22T19:45:05Z</dcterms:modified>
</cp:coreProperties>
</file>