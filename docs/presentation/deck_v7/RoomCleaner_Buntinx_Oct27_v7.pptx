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939c47-c437-5b06-f8af-ea8a959facdc}">
          <p14:sldIdLst>
            <p14:sldId id="256"/>
            <p14:sldId id="257"/>
            <p14:sldId id="258"/>
            <p14:sldId id="259"/>
          </p14:sldIdLst>
        </p14:section>
        <p14:section name="Concept" id="{5e46001a-6823-e4c2-49ea-2a00499c575e}">
          <p14:sldIdLst>
            <p14:sldId id="260"/>
            <p14:sldId id="261"/>
            <p14:sldId id="262"/>
            <p14:sldId id="263"/>
          </p14:sldIdLst>
        </p14:section>
        <p14:section name="Generation 1" id="{f186e0c6-da8d-77ec-3b9a-5929c448c087}">
          <p14:sldIdLst>
            <p14:sldId id="264"/>
            <p14:sldId id="265"/>
            <p14:sldId id="266"/>
          </p14:sldIdLst>
        </p14:section>
        <p14:section name="Redesign" id="{68e6de91-69a1-5691-2e60-26392df46803}">
          <p14:sldIdLst>
            <p14:sldId id="267"/>
            <p14:sldId id="268"/>
            <p14:sldId id="269"/>
            <p14:sldId id="270"/>
          </p14:sldIdLst>
        </p14:section>
        <p14:section name="Final Design" id="{f58e4147-c561-dfde-251e-03c1aade7693}">
          <p14:sldIdLst>
            <p14:sldId id="271"/>
            <p14:sldId id="272"/>
            <p14:sldId id="273"/>
            <p14:sldId id="274"/>
            <p14:sldId id="275"/>
          </p14:sldIdLst>
        </p14:section>
        <p14:section name="Build and Test" id="{29e6b51b-57fb-cc9f-7b65-fc9f827e1458}">
          <p14:sldIdLst>
            <p14:sldId id="276"/>
            <p14:sldId id="277"/>
            <p14:sldId id="278"/>
            <p14:sldId id="279"/>
            <p14:sldId id="280"/>
          </p14:sldIdLst>
        </p14:section>
        <p14:section name="Results and Takeaways" id="{1c888d89-4ba0-7240-48a7-c0c198c82f2b}">
          <p14:sldIdLst>
            <p14:sldId id="281"/>
            <p14:sldId id="282"/>
            <p14:sldId id="283"/>
            <p14:sldId id="284"/>
          </p14:sldIdLst>
        </p14:section>
        <p14:section name="Close" id="{ca1692f6-2caa-0426-268a-b0366c7dbad0}">
          <p14:sldIdLst>
            <p14:sldId id="285"/>
          </p14:sldIdLst>
        </p14:section>
        <p14:section name="Appendix" id="{8ddac318-f3f8-03ce-601f-cf4448ef64ca}">
          <p14:sldIdLst>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and what you learned building it (the middle photos). Also mention the metal sculptures for the Austin Creek Show (fiber laser cutting and welding: real fabrication). Endurance: the 70.3 (2,105 yd swim, 56 mi bike, 13.1 mi run) and the marathon say you finish long things. Community: Special Events Build Logistics Chair for the One Army Gladiator Dash; I headed assembly, repairs and transportation of the obstacles, and the event raised $185K for Still Creek Ranch.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station from the wall out: the slide-in mount anchors into a stud and the station slides onto it, so a station can come off for rework without moving the anchor. The motor sits on a 5 mm PETG tab with the fin clamped between them; the spool is on the motor shaft and the encoder reads a magnet on the spool's end. The shell carries the vents, and the fin exits through the slot in its top into room air. The 1/8 in production fin needs that slot about 1 mm wider on the motor side, and M3 × 12 screws. Each version fixed a fit or assembly problem from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with the weighed claw, claw plus battery plus jeans is 1.60 kg against 1.56 kg, so jeans are still 0.04 kg (about 3 %) over. It was 0.66 kg over at 1.06 A. Root cause: I set the mass budget late, after the claw grew; the claw is still 0.15 kg over its 0.45 kg budget. k = 1.101 is the worst cable tension per unit weight over the room with 2 m/s²: the middle of a long wall at task height. The CAD estimate (0.55 fill × 927 g solid + 198 g tube + 55 g servo = 0.76 kg) was conservative; the battery (0.10 kg, from its spec) is added on top. The gap is now small enough that the pull test may close it on its own (running torque above the assumed 0.7 of holding). If not: take 40 g out of the claw, or add a 2:1 gear stage at each winch, which clears it with margin and lets the current drop back to about 1 A, halving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Two are not met, and they are the same problem: lift capacity and claw mass.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the chart compares the actual 15 weeks with a 7-week plan on the same scale. Next steps, in order: the luggage-scale pull test turns the 0.7 running-torque assumption into a measurement; with the claw weighed at 0.60 kg it decides between a 40 g cut and a 2:1 gear stage at each winch (which also lets the current drop back to about 1 A). Then machine the 1/8 in fin, widen the shell slot about 1 mm, and run the SolidWorks study and the 90-minute hold test. Then the three-station test with 1 lb, one garment, and the fourth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pic>
        <p:nvPicPr>
          <p:cNvPr id="3" name="Outdoors and endurance" descr="Outdoors and endurance">    </p:cNvPr>
          <p:cNvPicPr>
            <a:picLocks noChangeAspect="1"/>
          </p:cNvPicPr>
          <p:nvPr/>
        </p:nvPicPr>
        <p:blipFill>
          <a:blip r:embed="rId1"/>
          <a:stretch>
            <a:fillRect/>
          </a:stretch>
        </p:blipFill>
        <p:spPr>
          <a:xfrm>
            <a:off x="548640" y="1188720"/>
            <a:ext cx="1960670" cy="3850845"/>
          </a:xfrm>
          <a:prstGeom prst="rect">
            <a:avLst/>
          </a:prstGeom>
        </p:spPr>
      </p:pic>
      <p:sp>
        <p:nvSpPr>
          <p:cNvPr id="4" name="caption"/>
          <p:cNvSpPr txBox="1"/>
          <p:nvPr/>
        </p:nvSpPr>
        <p:spPr>
          <a:xfrm>
            <a:off x="548640" y="5112717"/>
            <a:ext cx="19606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Outdoors and endurance</a:t>
            </a:r>
            <a:endParaRPr lang="en-US" sz="1100" dirty="0"/>
          </a:p>
        </p:txBody>
      </p:sp>
      <p:pic>
        <p:nvPicPr>
          <p:cNvPr id="5" name="Engineering projects" descr="Engineering projects">    </p:cNvPr>
          <p:cNvPicPr>
            <a:picLocks noChangeAspect="1"/>
          </p:cNvPicPr>
          <p:nvPr/>
        </p:nvPicPr>
        <p:blipFill>
          <a:blip r:embed="rId2"/>
          <a:stretch>
            <a:fillRect/>
          </a:stretch>
        </p:blipFill>
        <p:spPr>
          <a:xfrm>
            <a:off x="2646470" y="1188720"/>
            <a:ext cx="2434912" cy="3850845"/>
          </a:xfrm>
          <a:prstGeom prst="rect">
            <a:avLst/>
          </a:prstGeom>
        </p:spPr>
      </p:pic>
      <p:sp>
        <p:nvSpPr>
          <p:cNvPr id="6" name="caption"/>
          <p:cNvSpPr txBox="1"/>
          <p:nvPr/>
        </p:nvSpPr>
        <p:spPr>
          <a:xfrm>
            <a:off x="2646470" y="5112717"/>
            <a:ext cx="2434912"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Engineering projects</a:t>
            </a:r>
            <a:endParaRPr lang="en-US" sz="1100" dirty="0"/>
          </a:p>
        </p:txBody>
      </p:sp>
      <p:pic>
        <p:nvPicPr>
          <p:cNvPr id="7" name="Community" descr="Community">    </p:cNvPr>
          <p:cNvPicPr>
            <a:picLocks noChangeAspect="1"/>
          </p:cNvPicPr>
          <p:nvPr/>
        </p:nvPicPr>
        <p:blipFill>
          <a:blip r:embed="rId3"/>
          <a:stretch>
            <a:fillRect/>
          </a:stretch>
        </p:blipFill>
        <p:spPr>
          <a:xfrm>
            <a:off x="5218543" y="1188720"/>
            <a:ext cx="2462417" cy="3850845"/>
          </a:xfrm>
          <a:prstGeom prst="rect">
            <a:avLst/>
          </a:prstGeom>
        </p:spPr>
      </p:pic>
      <p:sp>
        <p:nvSpPr>
          <p:cNvPr id="8" name="caption"/>
          <p:cNvSpPr txBox="1"/>
          <p:nvPr/>
        </p:nvSpPr>
        <p:spPr>
          <a:xfrm>
            <a:off x="5218543" y="5112717"/>
            <a:ext cx="246241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Community</a:t>
            </a:r>
            <a:endParaRPr lang="en-US" sz="1100" dirty="0"/>
          </a:p>
        </p:txBody>
      </p:sp>
      <p:sp>
        <p:nvSpPr>
          <p:cNvPr id="9" name="bullets"/>
          <p:cNvSpPr txBox="1"/>
          <p:nvPr/>
        </p:nvSpPr>
        <p:spPr>
          <a:xfrm>
            <a:off x="8092440" y="1234440"/>
            <a:ext cx="355061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Mechanical Engineering, Texas A&amp;M University, class of 2027</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Built EcoFil, a filament recycler with a shredder, dryer and extruder</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Finished an Ironman 70.3 in 6:53 and a marathon in 2025</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Hiking, canyons and cliff jumping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Led obstacle assembly, repairs and transport for the Gladiator Dash, which raised $185K</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descr="Final wall station">    </p:cNvPr>
          <p:cNvPicPr>
            <a:picLocks noChangeAspect="1"/>
          </p:cNvPicPr>
          <p:nvPr/>
        </p:nvPicPr>
        <p:blipFill>
          <a:blip r:embed="rId1"/>
          <a:stretch>
            <a:fillRect/>
          </a:stretch>
        </p:blipFill>
        <p:spPr>
          <a:xfrm>
            <a:off x="548640" y="1642417"/>
            <a:ext cx="4224528" cy="3710325"/>
          </a:xfrm>
          <a:prstGeom prst="rect">
            <a:avLst/>
          </a:prstGeom>
        </p:spPr>
      </p:pic>
      <p:pic>
        <p:nvPicPr>
          <p:cNvPr id="4" name="Final claw" descr="Final claw">    </p:cNvPr>
          <p:cNvPicPr>
            <a:picLocks noChangeAspect="1"/>
          </p:cNvPicPr>
          <p:nvPr/>
        </p:nvPicPr>
        <p:blipFill>
          <a:blip r:embed="rId2"/>
          <a:stretch>
            <a:fillRect/>
          </a:stretch>
        </p:blipFill>
        <p:spPr>
          <a:xfrm>
            <a:off x="524913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(SolidWorks):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and wiring; I dictated and built out the control logic using Claude Code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pic>
        <p:nvPicPr>
          <p:cNvPr id="3"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Slide-in wall mount: the station lifts off while the anchor stays in the wall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Vented shell around the motor, spool, encoder and controller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Aluminum fin leaves through a slot in the shell top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 and three spool versions in SolidWorks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 Open Issue</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weighed at 0.60 kg; the CAD estimate was 0.76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test fits; jeans are 0.04 kg over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Next: the pull test, then a 40 g cut or gears at each winch</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0.60 + 0.10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5"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6"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1.60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0.04 kg short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0.60 kg (weighed)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8"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5"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Claw 0.15 kg over budget; jeans 0.04 kg over capacity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Takeaways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Set the mass budget first, from the measured winch pull</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Prove one station before building the rest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In half the time: freeze requirements in week 1, order long-lead parts on day 1</a:t>
            </a:r>
            <a:endParaRPr lang="en-US" sz="1800" dirty="0"/>
          </a:p>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Next steps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Pull test; then a 40 g claw cut or gears at each winch</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90-minute hold test at 1.5 A with the 1/8 in fin</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Three-station test, then add the fourth station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4"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2026-10-22T18:51:37Z</dcterms:created>
  <dcterms:modified xsi:type="dcterms:W3CDTF">2026-10-22T18:51:37Z</dcterms:modified>
</cp:coreProperties>
</file>